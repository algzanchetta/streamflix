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327ED-D9B1-4870-9EBD-2E7B503933DB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D7CAD-DB2E-433E-9D1D-1902B8C6CA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88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Não vamos fazer apenas um hello world. Vamos construir um sistema completo, com autenticação, painel administrativo e relatórios. Tudo baseado em uma empresa real de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Atualmente temos um banco funcional para análise de dados, mas para virar um sistema web, precisamos adicionar camadas de segurança e gestão. É isso que faremos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São mais de 30 aulas práticas. Cada módulo constrói sobre o anterior. No final, você terá um sistema completo pronto para mostrar em entrevistas.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SQLite não permite adicionar certas colunas via ALTER TABLE. Por isso, o script recria a tabela clientes de forma segura, preservando todos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aula 1 já começamos a codar de verdade. Tudo estará pronto para receber os models, rotas e templates. Não perca! Ative o sininho.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0259" y="1665730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rPr dirty="0"/>
              <a:t>Sistema Web de Streaming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( </a:t>
            </a:r>
            <a:r>
              <a:rPr lang="pt-BR" dirty="0" err="1"/>
              <a:t>StreamFlix</a:t>
            </a:r>
            <a:r>
              <a:rPr lang="pt-BR" dirty="0"/>
              <a:t> )</a:t>
            </a:r>
            <a:endParaRPr dirty="0"/>
          </a:p>
          <a:p>
            <a:r>
              <a:rPr dirty="0"/>
              <a:t>com Python e Flask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3160" y="3813048"/>
            <a:ext cx="6400800" cy="1752600"/>
          </a:xfrm>
        </p:spPr>
        <p:txBody>
          <a:bodyPr/>
          <a:lstStyle/>
          <a:p>
            <a:pPr>
              <a:defRPr sz="2800"/>
            </a:pPr>
            <a:r>
              <a:rPr dirty="0" err="1"/>
              <a:t>Apresentação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+ </a:t>
            </a:r>
            <a:r>
              <a:rPr dirty="0" err="1"/>
              <a:t>Preparação</a:t>
            </a:r>
            <a:r>
              <a:rPr dirty="0"/>
              <a:t> do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Que Vamos Construir?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✅ Sistema web </a:t>
            </a:r>
            <a:r>
              <a:rPr dirty="0" err="1"/>
              <a:t>profissional</a:t>
            </a:r>
            <a:r>
              <a:rPr dirty="0"/>
              <a:t> para </a:t>
            </a:r>
            <a:r>
              <a:rPr dirty="0" err="1"/>
              <a:t>gestão</a:t>
            </a:r>
            <a:r>
              <a:rPr dirty="0"/>
              <a:t> de streaming (</a:t>
            </a:r>
            <a:r>
              <a:rPr dirty="0" err="1"/>
              <a:t>StreamFlix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✅ </a:t>
            </a:r>
            <a:r>
              <a:rPr dirty="0" err="1"/>
              <a:t>Área</a:t>
            </a:r>
            <a:r>
              <a:rPr dirty="0"/>
              <a:t> do </a:t>
            </a:r>
            <a:r>
              <a:rPr dirty="0" err="1"/>
              <a:t>Cliente</a:t>
            </a:r>
            <a:r>
              <a:rPr dirty="0"/>
              <a:t>: login, </a:t>
            </a:r>
            <a:r>
              <a:rPr dirty="0" err="1"/>
              <a:t>planos</a:t>
            </a:r>
            <a:r>
              <a:rPr dirty="0"/>
              <a:t>, </a:t>
            </a:r>
            <a:r>
              <a:rPr dirty="0" err="1"/>
              <a:t>pagamentos</a:t>
            </a:r>
            <a:r>
              <a:rPr dirty="0"/>
              <a:t>, </a:t>
            </a:r>
            <a:r>
              <a:rPr dirty="0" err="1"/>
              <a:t>suporte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✅ </a:t>
            </a:r>
            <a:r>
              <a:rPr dirty="0" err="1"/>
              <a:t>Área</a:t>
            </a:r>
            <a:r>
              <a:rPr dirty="0"/>
              <a:t> </a:t>
            </a:r>
            <a:r>
              <a:rPr dirty="0" err="1"/>
              <a:t>Administrativa</a:t>
            </a:r>
            <a:r>
              <a:rPr dirty="0"/>
              <a:t>: dashboard, </a:t>
            </a:r>
            <a:r>
              <a:rPr dirty="0" err="1"/>
              <a:t>métricas</a:t>
            </a:r>
            <a:r>
              <a:rPr dirty="0"/>
              <a:t>, CRUD </a:t>
            </a:r>
            <a:r>
              <a:rPr dirty="0" err="1"/>
              <a:t>completo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✅ API RESTful, deploy, testes e boas </a:t>
            </a:r>
            <a:r>
              <a:rPr dirty="0" err="1"/>
              <a:t>práticas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✅ </a:t>
            </a:r>
            <a:r>
              <a:rPr dirty="0" err="1"/>
              <a:t>Projeto</a:t>
            </a:r>
            <a:r>
              <a:rPr dirty="0"/>
              <a:t> real e </a:t>
            </a:r>
            <a:r>
              <a:rPr dirty="0" err="1"/>
              <a:t>completo</a:t>
            </a:r>
            <a:r>
              <a:rPr dirty="0"/>
              <a:t> para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portfólio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Banco de Dados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 </a:t>
            </a:r>
            <a:r>
              <a:rPr dirty="0" err="1"/>
              <a:t>Tabelas</a:t>
            </a:r>
            <a:r>
              <a:rPr dirty="0"/>
              <a:t> </a:t>
            </a:r>
            <a:r>
              <a:rPr dirty="0" err="1"/>
              <a:t>existentes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clientes</a:t>
            </a:r>
            <a:r>
              <a:rPr dirty="0"/>
              <a:t> (id, </a:t>
            </a:r>
            <a:r>
              <a:rPr dirty="0" err="1"/>
              <a:t>nome</a:t>
            </a:r>
            <a:r>
              <a:rPr dirty="0"/>
              <a:t>, email, </a:t>
            </a:r>
            <a:r>
              <a:rPr dirty="0" err="1"/>
              <a:t>idade</a:t>
            </a:r>
            <a:r>
              <a:rPr dirty="0"/>
              <a:t>, </a:t>
            </a:r>
            <a:r>
              <a:rPr dirty="0" err="1"/>
              <a:t>cidade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assinaturas</a:t>
            </a:r>
            <a:r>
              <a:rPr dirty="0"/>
              <a:t> (id, </a:t>
            </a:r>
            <a:r>
              <a:rPr dirty="0" err="1"/>
              <a:t>id_cliente</a:t>
            </a:r>
            <a:r>
              <a:rPr dirty="0"/>
              <a:t>, plano, valor, status)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pagamentos</a:t>
            </a:r>
            <a:r>
              <a:rPr dirty="0"/>
              <a:t> (id, </a:t>
            </a:r>
            <a:r>
              <a:rPr dirty="0" err="1"/>
              <a:t>id_assinatura</a:t>
            </a:r>
            <a:r>
              <a:rPr dirty="0"/>
              <a:t>, data, valor, </a:t>
            </a:r>
            <a:r>
              <a:rPr dirty="0" err="1"/>
              <a:t>método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❓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para </a:t>
            </a:r>
            <a:r>
              <a:rPr dirty="0" err="1"/>
              <a:t>virar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web?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Login </a:t>
            </a:r>
            <a:r>
              <a:rPr dirty="0" err="1"/>
              <a:t>seguro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Logs de auditoria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Tickets de </a:t>
            </a:r>
            <a:r>
              <a:rPr dirty="0" err="1"/>
              <a:t>suporte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Configurações</a:t>
            </a:r>
            <a:r>
              <a:rPr dirty="0"/>
              <a:t> </a:t>
            </a:r>
            <a:r>
              <a:rPr dirty="0" err="1"/>
              <a:t>dinâmicas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Notificações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Jornada do Curso (Ementa)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185816" cy="452596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🏗️ </a:t>
            </a:r>
            <a:r>
              <a:rPr dirty="0" err="1"/>
              <a:t>Módulo</a:t>
            </a:r>
            <a:r>
              <a:rPr dirty="0"/>
              <a:t> 1: </a:t>
            </a:r>
            <a:r>
              <a:rPr dirty="0" err="1"/>
              <a:t>Fundações</a:t>
            </a:r>
            <a:r>
              <a:rPr dirty="0"/>
              <a:t> (Setup, Models, Auth) - 5 aulas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👤 </a:t>
            </a:r>
            <a:r>
              <a:rPr dirty="0" err="1"/>
              <a:t>Módulo</a:t>
            </a:r>
            <a:r>
              <a:rPr dirty="0"/>
              <a:t> 2: </a:t>
            </a:r>
            <a:r>
              <a:rPr dirty="0" err="1"/>
              <a:t>Área</a:t>
            </a:r>
            <a:r>
              <a:rPr dirty="0"/>
              <a:t> do </a:t>
            </a:r>
            <a:r>
              <a:rPr dirty="0" err="1"/>
              <a:t>Cliente</a:t>
            </a:r>
            <a:r>
              <a:rPr dirty="0"/>
              <a:t> (Dashboard, </a:t>
            </a:r>
            <a:r>
              <a:rPr dirty="0" err="1"/>
              <a:t>Planos</a:t>
            </a:r>
            <a:r>
              <a:rPr dirty="0"/>
              <a:t>, </a:t>
            </a:r>
            <a:r>
              <a:rPr dirty="0" err="1"/>
              <a:t>Suporte</a:t>
            </a:r>
            <a:r>
              <a:rPr dirty="0"/>
              <a:t>) - 7 aulas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⚙️ </a:t>
            </a:r>
            <a:r>
              <a:rPr dirty="0" err="1"/>
              <a:t>Módulo</a:t>
            </a:r>
            <a:r>
              <a:rPr dirty="0"/>
              <a:t> 3: </a:t>
            </a:r>
            <a:r>
              <a:rPr dirty="0" err="1"/>
              <a:t>Área</a:t>
            </a:r>
            <a:r>
              <a:rPr dirty="0"/>
              <a:t> Admin (</a:t>
            </a:r>
            <a:r>
              <a:rPr dirty="0" err="1"/>
              <a:t>Métricas</a:t>
            </a:r>
            <a:r>
              <a:rPr dirty="0"/>
              <a:t>, CRUD, </a:t>
            </a:r>
            <a:r>
              <a:rPr dirty="0" err="1"/>
              <a:t>Relatórios</a:t>
            </a:r>
            <a:r>
              <a:rPr dirty="0"/>
              <a:t>) - 8 aulas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🚀 </a:t>
            </a:r>
            <a:r>
              <a:rPr dirty="0" err="1"/>
              <a:t>Módulo</a:t>
            </a:r>
            <a:r>
              <a:rPr dirty="0"/>
              <a:t> 4: </a:t>
            </a:r>
            <a:r>
              <a:rPr dirty="0" err="1"/>
              <a:t>Avançado</a:t>
            </a:r>
            <a:r>
              <a:rPr dirty="0"/>
              <a:t> (API, </a:t>
            </a:r>
            <a:r>
              <a:rPr dirty="0" err="1"/>
              <a:t>Pagamentos</a:t>
            </a:r>
            <a:r>
              <a:rPr dirty="0"/>
              <a:t>, Cache, Deploy) - 8 aulas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🎁 </a:t>
            </a:r>
            <a:r>
              <a:rPr dirty="0" err="1"/>
              <a:t>Módulo</a:t>
            </a:r>
            <a:r>
              <a:rPr dirty="0"/>
              <a:t> 5: </a:t>
            </a:r>
            <a:r>
              <a:rPr dirty="0" err="1"/>
              <a:t>Bônus</a:t>
            </a:r>
            <a:r>
              <a:rPr dirty="0"/>
              <a:t> (Dark Mode, PWA) - 2 aulas</a:t>
            </a:r>
          </a:p>
          <a:p>
            <a:pPr>
              <a:spcAft>
                <a:spcPts val="1200"/>
              </a:spcAft>
              <a:defRPr sz="2400"/>
            </a:pP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📚 Total: 30+ aulas </a:t>
            </a:r>
            <a:r>
              <a:rPr dirty="0" err="1"/>
              <a:t>práticas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Preparação e Migração do Banco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faremos</a:t>
            </a:r>
            <a:r>
              <a:rPr dirty="0"/>
              <a:t> agora: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1. </a:t>
            </a:r>
            <a:r>
              <a:rPr dirty="0" err="1"/>
              <a:t>Executar</a:t>
            </a:r>
            <a:r>
              <a:rPr dirty="0"/>
              <a:t> script de </a:t>
            </a:r>
            <a:r>
              <a:rPr dirty="0" err="1"/>
              <a:t>migração</a:t>
            </a:r>
            <a:r>
              <a:rPr dirty="0"/>
              <a:t> SQL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2. </a:t>
            </a:r>
            <a:r>
              <a:rPr dirty="0" err="1"/>
              <a:t>Recriar</a:t>
            </a:r>
            <a:r>
              <a:rPr dirty="0"/>
              <a:t> </a:t>
            </a:r>
            <a:r>
              <a:rPr dirty="0" err="1"/>
              <a:t>tabela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com </a:t>
            </a:r>
            <a:r>
              <a:rPr dirty="0" err="1"/>
              <a:t>novos</a:t>
            </a:r>
            <a:r>
              <a:rPr dirty="0"/>
              <a:t> campos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(</a:t>
            </a:r>
            <a:r>
              <a:rPr dirty="0" err="1"/>
              <a:t>senha_hash</a:t>
            </a:r>
            <a:r>
              <a:rPr dirty="0"/>
              <a:t>, </a:t>
            </a:r>
            <a:r>
              <a:rPr dirty="0" err="1"/>
              <a:t>data_cadastro</a:t>
            </a:r>
            <a:r>
              <a:rPr dirty="0"/>
              <a:t>, </a:t>
            </a:r>
            <a:r>
              <a:rPr dirty="0" err="1"/>
              <a:t>ultimo_acesso</a:t>
            </a:r>
            <a:r>
              <a:rPr dirty="0"/>
              <a:t>, </a:t>
            </a:r>
            <a:r>
              <a:rPr dirty="0" err="1"/>
              <a:t>ativo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3. </a:t>
            </a:r>
            <a:r>
              <a:rPr dirty="0" err="1"/>
              <a:t>Criar</a:t>
            </a:r>
            <a:r>
              <a:rPr dirty="0"/>
              <a:t> 7 </a:t>
            </a:r>
            <a:r>
              <a:rPr dirty="0" err="1"/>
              <a:t>tabelas</a:t>
            </a:r>
            <a:r>
              <a:rPr dirty="0"/>
              <a:t> </a:t>
            </a:r>
            <a:r>
              <a:rPr dirty="0" err="1"/>
              <a:t>novas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(</a:t>
            </a:r>
            <a:r>
              <a:rPr dirty="0" err="1"/>
              <a:t>usuários</a:t>
            </a:r>
            <a:r>
              <a:rPr dirty="0"/>
              <a:t>, logs, </a:t>
            </a:r>
            <a:r>
              <a:rPr dirty="0" err="1"/>
              <a:t>suporte</a:t>
            </a:r>
            <a:r>
              <a:rPr dirty="0"/>
              <a:t>, </a:t>
            </a:r>
            <a:r>
              <a:rPr dirty="0" err="1"/>
              <a:t>configurações</a:t>
            </a:r>
            <a:r>
              <a:rPr dirty="0"/>
              <a:t>, etc.)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4. </a:t>
            </a: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e views para </a:t>
            </a:r>
            <a:r>
              <a:rPr dirty="0" err="1"/>
              <a:t>relatórios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⚠️ </a:t>
            </a:r>
            <a:r>
              <a:rPr dirty="0" err="1"/>
              <a:t>Importante</a:t>
            </a:r>
            <a:r>
              <a:rPr dirty="0"/>
              <a:t>: </a:t>
            </a:r>
            <a:r>
              <a:rPr dirty="0" err="1"/>
              <a:t>Faça</a:t>
            </a:r>
            <a:r>
              <a:rPr dirty="0"/>
              <a:t> backup do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dbase.db</a:t>
            </a:r>
            <a:r>
              <a:rPr dirty="0"/>
              <a:t> antes!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✅ Para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fazer</a:t>
            </a:r>
            <a:r>
              <a:rPr dirty="0"/>
              <a:t> agora: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Baixar</a:t>
            </a:r>
            <a:r>
              <a:rPr dirty="0"/>
              <a:t> o script SQL e a </a:t>
            </a:r>
            <a:r>
              <a:rPr dirty="0" err="1"/>
              <a:t>ementa</a:t>
            </a:r>
            <a:r>
              <a:rPr dirty="0"/>
              <a:t> (links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descrição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Executar</a:t>
            </a:r>
            <a:r>
              <a:rPr dirty="0"/>
              <a:t> a </a:t>
            </a:r>
            <a:r>
              <a:rPr dirty="0" err="1"/>
              <a:t>migração</a:t>
            </a:r>
            <a:r>
              <a:rPr dirty="0"/>
              <a:t> no </a:t>
            </a:r>
            <a:r>
              <a:rPr dirty="0" err="1"/>
              <a:t>seu</a:t>
            </a:r>
            <a:r>
              <a:rPr dirty="0"/>
              <a:t> banco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Deixar</a:t>
            </a:r>
            <a:r>
              <a:rPr dirty="0"/>
              <a:t> o like, se </a:t>
            </a:r>
            <a:r>
              <a:rPr dirty="0" err="1"/>
              <a:t>inscrever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Comentar</a:t>
            </a:r>
            <a:r>
              <a:rPr dirty="0"/>
              <a:t>: '</a:t>
            </a:r>
            <a:r>
              <a:rPr dirty="0" err="1"/>
              <a:t>Migração</a:t>
            </a:r>
            <a:r>
              <a:rPr dirty="0"/>
              <a:t> </a:t>
            </a:r>
            <a:r>
              <a:rPr dirty="0" err="1"/>
              <a:t>concluída</a:t>
            </a:r>
            <a:r>
              <a:t>!'</a:t>
            </a:r>
          </a:p>
          <a:p>
            <a:pPr>
              <a:spcAft>
                <a:spcPts val="1200"/>
              </a:spcAft>
              <a:defRPr sz="2400"/>
            </a:pPr>
            <a:r>
              <a:t>🎯 </a:t>
            </a:r>
            <a:r>
              <a:rPr dirty="0" err="1"/>
              <a:t>Próxima</a:t>
            </a:r>
            <a:r>
              <a:rPr dirty="0"/>
              <a:t> aula (01):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virtual Python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   • </a:t>
            </a:r>
            <a:r>
              <a:rPr dirty="0" err="1"/>
              <a:t>Estrutura</a:t>
            </a:r>
            <a:r>
              <a:rPr dirty="0"/>
              <a:t> de pastas </a:t>
            </a:r>
            <a:r>
              <a:rPr dirty="0" err="1"/>
              <a:t>profissional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Primeiro setup do Flask + </a:t>
            </a:r>
            <a:r>
              <a:rPr dirty="0" err="1"/>
              <a:t>SQLAlchemy</a:t>
            </a:r>
            <a:endParaRPr dirty="0"/>
          </a:p>
          <a:p>
            <a:pPr>
              <a:spcAft>
                <a:spcPts val="1200"/>
              </a:spcAft>
              <a:defRPr sz="2400"/>
            </a:pPr>
            <a:r>
              <a:rPr dirty="0"/>
              <a:t>   • 'Hello World' </a:t>
            </a:r>
            <a:r>
              <a:rPr dirty="0" err="1"/>
              <a:t>estruturado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003366"/>
                </a:solidFill>
              </a:defRPr>
            </a:pPr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Nos vemos na Aula 01! 🚀</a:t>
            </a:r>
          </a:p>
          <a:p>
            <a:endParaRPr/>
          </a:p>
          <a:p>
            <a:r>
              <a:t>Material de apoio disponível na descrição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577</Words>
  <Application>Microsoft Office PowerPoint</Application>
  <PresentationFormat>Widescreen</PresentationFormat>
  <Paragraphs>57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Sistema Web de Streaming  ( StreamFlix ) com Python e Flask</vt:lpstr>
      <vt:lpstr>O Que Vamos Construir?</vt:lpstr>
      <vt:lpstr>O Banco de Dados Atual</vt:lpstr>
      <vt:lpstr>Jornada do Curso (Ementa)</vt:lpstr>
      <vt:lpstr>Preparação e Migração do Banco</vt:lpstr>
      <vt:lpstr>Próximos Passos</vt:lpstr>
      <vt:lpstr>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Anderson Zanchetta</cp:lastModifiedBy>
  <cp:revision>4</cp:revision>
  <dcterms:created xsi:type="dcterms:W3CDTF">2013-01-27T09:14:16Z</dcterms:created>
  <dcterms:modified xsi:type="dcterms:W3CDTF">2026-07-29T15:25:12Z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2026-07-28T18:34:04Z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5eff40a1-709b-4236-a59b-46b47f94ee3f</vt:lpwstr>
  </property>
  <property fmtid="{D5CDD505-2E9C-101B-9397-08002B2CF9AE}" pid="7" name="MSIP_Label_defa4170-0d19-0005-0004-bc88714345d2_ActionId">
    <vt:lpwstr>dc36f669-d3df-48c0-b8ce-7b927b3f3163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